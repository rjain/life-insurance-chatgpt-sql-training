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for Life Insurance Data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methodology. Hunt the bad data. Trust the answer.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4114800" cy="548640"/>
          </a:xfrm>
          <a:prstGeom prst="rect">
            <a:avLst/>
          </a:prstGeom>
          <a:solidFill>
            <a:srgbClr val="131A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Analysts &amp; Developers  ·  Hands-on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47228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here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we’ll see what ChatGPT Enterprise can do with a clean insurance data mart.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we’ll mess it up and see what it takes to stay trustworthy.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840480" cy="1828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0604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methodology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Prompt, declared grain, SQL-style logic, row-count validation, conversational follow-up. The pattern you’ll use Monday.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3840480" cy="1828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60604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bad 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8348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issues walked through together. Ten more hidden. Find as many as you can before the timer runs 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minutes, three acts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&amp; framing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the CLEAN workbook. Paste Foundation Prompt. Hear ground rules.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 – 0:18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1 — Methodology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drives three patterns end-to-end on the clean file.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0:18 – 0:30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paste-ready questions. Hands-on. Compare answers at the end.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 – 0:32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conversation. Upload the DQ learner workbook. Repaste Foundation Prompt.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0:32 – 0:42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2 — Guided DQ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walks through 3 of 13 issues. Establishes the profiling pattern.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0:42 – 0:55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3 — The hunt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more issues hidden. Find as many as you can. Live scoreboard.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0:55 – 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+ take-home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reveal, scores, take-home challenge.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0:00 – 0:05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framing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life_insurance_synthetic_pack_v1_upload.xlsx (CLEAN file). Paste the Foundation Prompt. Wait for ChatGPT to acknowledge — do not jump to a question.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260604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65960"/>
            <a:ext cx="73152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29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PROMPT — everyone pastes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 the uploaded Excel workbook as a relational life-insurance data mart.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 aliases: payments / uw_evidence / coverages.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[11 known joins declared — full prompt in your handout]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 at upload: list sheet names + row counts. Then wait.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every question, use FAST MODE: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State the grain.            4. Write SQL-style logic.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State assumptions.          5. Execute. Row counts after every join.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Profile only sheets needed. 6. If you cannot answer, say so.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"audit mode" to add intermediate count validation at every step.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0:04 – 0:06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what happened when you hit upload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13 MB workbook didn’t enter the conversation. Three layers did the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4592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1737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conversation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Prompt + ChatGPT’s acknowledgement. This is what burns context tokens.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837944"/>
            <a:ext cx="2606040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8379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tokens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496312"/>
            <a:ext cx="80467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96312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26609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context window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names and the file path on disk. The model never sees the cell values.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2688336"/>
            <a:ext cx="2606040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6883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KB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46704"/>
            <a:ext cx="80467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346704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35112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3438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Interpreter sandbox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730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at /mnt/data/...xlsx. Reached only when ChatGPT writes Python that the sandbox runs.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538728"/>
            <a:ext cx="26060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5387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MB on disk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8046720" cy="384048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160520"/>
            <a:ext cx="73152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60520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does not live in the prompt. It lives on a disk. The prompt only knows the disk exists.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0:06 – 0:08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what happens when you ask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the same four-step loop.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82880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91640"/>
            <a:ext cx="18288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enters the conversation.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50008" y="198424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2606040" y="1691640"/>
            <a:ext cx="182880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1691640"/>
            <a:ext cx="18288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writes 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pandas; matplotlib for charts.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53128" y="198424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709160" y="1691640"/>
            <a:ext cx="182880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691640"/>
            <a:ext cx="18288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executes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DataFrames in memory or the file on disk. Returns text, tables, images.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56248" y="198424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6812280" y="1691640"/>
            <a:ext cx="182880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691640"/>
            <a:ext cx="18288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explains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result, waits for your next question.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163824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01752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“SQL” in ChatGPT’s responses is documentation for you. The actual execution is pandas.   (For real SQL: ask “use DuckDB against these dataframes.”)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694176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54787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persist across messages in this conversation. That’s why follow-ups feel instant — policies, payments, etc. stay in sandbox memory.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224528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07822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is reaped after ~1 hour of inactivity. Leave a tab open over lunch and the DataFrames are gone — re-upload to restart.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0:05 – 0:18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three patterns, one demo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drives. Participants watch and follow on their screens.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45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71600" y="16093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 aggregation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18653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“Show application count, placement rate, decline rate, and average days_to_decision by underwriting_path.”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121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fast mode is on. Grain, assumptions, SQL, row counts already implied.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32888"/>
            <a:ext cx="804672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532888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62432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71600" y="25877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Two-table join with row-count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8437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“Show annualized premium and policy count by product_family and issue year.”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0998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count rows on both sides. Join. Verify count after join. Aggregate.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11296"/>
            <a:ext cx="804672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11296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60273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371600" y="35661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follow-up +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822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“Now plot the top 3 product families as a stacked bar by year.”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0782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keep the conversation. No re-upload. Iterate on what’s already there.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· 0:18 – 0:30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two analytics prompts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minutes, hands-on. Paste each prompt into your conversation, read what ChatGPT does.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046720" cy="132588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1640"/>
            <a:ext cx="73152" cy="1325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64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STATE PREMIUM COLLECTION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03911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10 states have the highest premium collection rate (sum of paid amount divided by sum of scheduled premium)? Declare the grain, show your SQL-style logic, validate row counts after the join, and return a ranked table.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141732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735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CHANNEL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54787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distribution channels have above-median placement rate but below-median 13-month persistency? Return a ranked table with placement rate, early-lapse rate, and annualized premium at risk. Then follow up: which 5 agent_ids drive the most early-lapse premium in those channels?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0:32 – 0:42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issues, walked through together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file (DQ learner, new conversation). Each prompt below opens with “use audit mode” — that's exactly when audit mode earns its keep.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804672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874520" y="18562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DQ001 ·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IDs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1488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uniqueness · customers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3500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customer_id, count &gt; 1. Teaches the simplest data-quality check there is — and the easiest to forget.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804672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8892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34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874520" y="2862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DQ007 ·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paid premiums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154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rule · payments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33558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payment_amount &lt; 0 where status is paid-ish. Pure entry errors. Premium totals silently under-report.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9476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404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874520" y="38679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DQ010 ·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paid above face amount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74520" y="41605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· claims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43616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claims to policies, claims.paid_amount &gt; policies.face_amount. Hard business rule. Should escalate, not just flag.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228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0:42 – 0:55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hunt.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10 more issues hidden in this workbook.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as many as you can in 13 minutes. Each finding = one point.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0" cy="1554480"/>
          </a:xfrm>
          <a:prstGeom prst="rect">
            <a:avLst/>
          </a:prstGeom>
          <a:solidFill>
            <a:srgbClr val="131A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issues remaining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788920"/>
            <a:ext cx="4023360" cy="155448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TO 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1272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integrity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Cross-table date order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Reference-data validity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completeness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fact events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date 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· 0:55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catalog — how did we do?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(highlighted in coral) you saw together. Ten were hiding.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627632" cy="713232"/>
          </a:xfrm>
          <a:prstGeom prst="rect">
            <a:avLst/>
          </a:prstGeom>
          <a:solidFill>
            <a:srgbClr val="FDE2E2"/>
          </a:solidFill>
          <a:ln w="12700">
            <a:solidFill>
              <a:srgbClr val="FD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00200"/>
            <a:ext cx="54864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73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DQ001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92938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39112" y="1600200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9112" y="1600200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1673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DQ002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03704" y="192938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state codes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58184" y="1600200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600200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2776" y="1673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DQ003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22776" y="192938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applications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77256" y="1600200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1600200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1673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DQ004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41848" y="192938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issued before app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96328" y="1600200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6328" y="1600200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673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DQ005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192938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Risk-class mismatch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404872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404872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24780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DQ006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" y="27340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but no paid_date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39112" y="2404872"/>
            <a:ext cx="1627632" cy="713232"/>
          </a:xfrm>
          <a:prstGeom prst="rect">
            <a:avLst/>
          </a:prstGeom>
          <a:solidFill>
            <a:srgbClr val="FDE2E2"/>
          </a:solidFill>
          <a:ln w="12700">
            <a:solidFill>
              <a:srgbClr val="FDE2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39112" y="2404872"/>
            <a:ext cx="54864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03704" y="24780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DQ007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03704" y="27340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paid premiums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58184" y="2404872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58184" y="2404872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22776" y="24780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DQ008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22776" y="27340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payment IDs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77256" y="2404872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7256" y="2404872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41848" y="24780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DQ009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41848" y="27340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share ≠ 100%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96328" y="2404872"/>
            <a:ext cx="1627632" cy="713232"/>
          </a:xfrm>
          <a:prstGeom prst="rect">
            <a:avLst/>
          </a:prstGeom>
          <a:solidFill>
            <a:srgbClr val="FDE2E2"/>
          </a:solidFill>
          <a:ln w="12700">
            <a:solidFill>
              <a:srgbClr val="FDE2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96328" y="2404872"/>
            <a:ext cx="54864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24780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DQ010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60920" y="27340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paid &gt; face amount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3209544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3209544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" y="328269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DQ011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" y="35387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before policy issue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039112" y="3209544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39112" y="3209544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03704" y="328269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DQ012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5387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received &lt; requested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58184" y="3209544"/>
            <a:ext cx="1627632" cy="7132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58184" y="3209544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22776" y="328269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DQ013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922776" y="35387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 before policy issue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142232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 Act 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514600" y="4142232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Act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D9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Life Insurance Data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remember on Monday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307592"/>
            <a:ext cx="594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075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280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PII never leaves a sanctioned environment.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5361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data is synthetic. Your data classification policy is still the gate.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94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938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901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ChatGPT show its work.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1579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can’t see the SQL or pandas, you can’t reproduce the number.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51176"/>
            <a:ext cx="594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5117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523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grain on every analysis prompt.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779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row per policy.” Without it, the same prompt can give different numbers on different runs.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594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729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1455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row counts after every join.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4015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10× explosion or a 90% drop is the most common silent bug.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594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94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3767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totals.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0233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 random output rows, find them in the source, verify by hand. Once per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7228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today’s methodology + DQ profile against one of your team’s sandboxed datasets. Bring the top three findings to next standup.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8229600" cy="822960"/>
          </a:xfrm>
          <a:prstGeom prst="rect">
            <a:avLst/>
          </a:prstGeom>
          <a:solidFill>
            <a:srgbClr val="131A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·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slot next week for anyone whose dataset needs help being framed.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Enterprise for Life Insurance Data Analysis</dc:title>
  <dc:subject>PptxGenJS Presentation</dc:subject>
  <dc:creator>Rahul</dc:creator>
  <cp:lastModifiedBy>Rahul</cp:lastModifiedBy>
  <cp:revision>1</cp:revision>
  <dcterms:created xsi:type="dcterms:W3CDTF">2026-05-27T05:50:33Z</dcterms:created>
  <dcterms:modified xsi:type="dcterms:W3CDTF">2026-05-27T05:50:33Z</dcterms:modified>
</cp:coreProperties>
</file>